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9" r:id="rId4"/>
    <p:sldId id="257" r:id="rId5"/>
    <p:sldId id="258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4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80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 sz="4400"/>
              <a:t>基于三结构域共现的对比学习探究</a:t>
            </a:r>
            <a:endParaRPr lang="zh-CN" altLang="zh-CN" sz="44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问题定义</a:t>
            </a:r>
            <a:r>
              <a:rPr lang="en-US" altLang="zh-CN">
                <a:solidFill>
                  <a:schemeClr val="accent1">
                    <a:lumMod val="60000"/>
                    <a:lumOff val="40000"/>
                  </a:schemeClr>
                </a:solidFill>
              </a:rPr>
              <a:t>，</a:t>
            </a:r>
            <a:r>
              <a:rPr lang="zh-CN" alt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t>代表方法和下一步计划</a:t>
            </a:r>
            <a:endParaRPr lang="zh-CN" altLang="en-US"/>
          </a:p>
          <a:p>
            <a:r>
              <a:rPr lang="zh-CN" altLang="en-US"/>
              <a:t>姚</a:t>
            </a:r>
            <a:endParaRPr lang="zh-CN" altLang="en-US"/>
          </a:p>
          <a:p>
            <a:r>
              <a:rPr lang="en-US" altLang="zh-CN"/>
              <a:t>2026</a:t>
            </a:r>
            <a:r>
              <a:rPr lang="zh-CN" altLang="en-US"/>
              <a:t>年</a:t>
            </a:r>
            <a:r>
              <a:rPr lang="en-US" altLang="zh-CN"/>
              <a:t>10</a:t>
            </a:r>
            <a:r>
              <a:rPr lang="zh-CN" altLang="en-US"/>
              <a:t>月</a:t>
            </a:r>
            <a:r>
              <a:rPr lang="en-US" altLang="zh-CN"/>
              <a:t>9</a:t>
            </a:r>
            <a:r>
              <a:rPr lang="zh-CN" altLang="en-US"/>
              <a:t>日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PITF </a:t>
            </a:r>
            <a:r>
              <a:rPr lang="zh-CN" altLang="en-US"/>
              <a:t>推荐系统</a:t>
            </a:r>
            <a:r>
              <a:rPr lang="en-US" altLang="zh-CN"/>
              <a:t> （user，item，</a:t>
            </a:r>
            <a:r>
              <a:rPr lang="en-US" altLang="zh-CN"/>
              <a:t>tag）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s(A,B,C) = sAB(A,B) + sAC(A,C) + sBC(B,C)</a:t>
            </a: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063115"/>
            <a:ext cx="8455025" cy="44716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研究背景</a:t>
            </a:r>
            <a:r>
              <a:rPr lang="en-US" altLang="zh-CN"/>
              <a:t>，</a:t>
            </a:r>
            <a:r>
              <a:rPr lang="zh-CN" altLang="en-US"/>
              <a:t>数据来源以及目标</a:t>
            </a:r>
            <a:r>
              <a:rPr lang="zh-CN" altLang="en-US"/>
              <a:t>任务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815"/>
            <a:ext cx="10968990" cy="538670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/>
              <a:t>DOMIN:</a:t>
            </a:r>
            <a:r>
              <a:rPr lang="zh-CN" altLang="en-US"/>
              <a:t>双域共现搜索</a:t>
            </a:r>
            <a:r>
              <a:rPr lang="en-US" altLang="zh-CN"/>
              <a:t>  DOMO：</a:t>
            </a:r>
            <a:r>
              <a:rPr lang="zh-CN" altLang="en-US"/>
              <a:t>条件蛋白质序列生成</a:t>
            </a:r>
            <a:r>
              <a:rPr lang="en-US" altLang="zh-CN"/>
              <a:t>  </a:t>
            </a:r>
            <a:r>
              <a:rPr lang="zh-CN" altLang="en-US">
                <a:solidFill>
                  <a:srgbClr val="7030A0"/>
                </a:solidFill>
              </a:rPr>
              <a:t>恰有</a:t>
            </a:r>
            <a:r>
              <a:rPr lang="en-US" altLang="zh-CN">
                <a:solidFill>
                  <a:srgbClr val="7030A0"/>
                </a:solidFill>
              </a:rPr>
              <a:t>2</a:t>
            </a:r>
            <a:r>
              <a:rPr lang="zh-CN" altLang="en-US">
                <a:solidFill>
                  <a:srgbClr val="7030A0"/>
                </a:solidFill>
              </a:rPr>
              <a:t>个结构域扩展为恰有</a:t>
            </a:r>
            <a:r>
              <a:rPr lang="en-US" altLang="zh-CN">
                <a:solidFill>
                  <a:srgbClr val="7030A0"/>
                </a:solidFill>
              </a:rPr>
              <a:t>3</a:t>
            </a:r>
            <a:r>
              <a:rPr lang="zh-CN" altLang="en-US">
                <a:solidFill>
                  <a:srgbClr val="7030A0"/>
                </a:solidFill>
              </a:rPr>
              <a:t>个结构域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三结构域样本正例来源</a:t>
            </a:r>
            <a:r>
              <a:rPr lang="en-US" altLang="zh-CN"/>
              <a:t>：</a:t>
            </a:r>
            <a:r>
              <a:rPr lang="zh-CN" altLang="en-US"/>
              <a:t>恰有</a:t>
            </a:r>
            <a:r>
              <a:rPr lang="en-US" altLang="zh-CN"/>
              <a:t>3</a:t>
            </a:r>
            <a:r>
              <a:rPr lang="zh-CN" altLang="en-US"/>
              <a:t>个结构注释域的蛋白</a:t>
            </a:r>
            <a:r>
              <a:rPr lang="en-US" altLang="zh-CN"/>
              <a:t>，</a:t>
            </a:r>
            <a:r>
              <a:rPr lang="zh-CN" altLang="en-US"/>
              <a:t>记为</a:t>
            </a:r>
            <a:r>
              <a:rPr lang="en-US" altLang="zh-CN"/>
              <a:t>(A,B,C)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2→1 </a:t>
            </a:r>
            <a:r>
              <a:rPr lang="zh-CN" altLang="en-US"/>
              <a:t>给定</a:t>
            </a:r>
            <a:r>
              <a:rPr lang="en-US" altLang="zh-CN"/>
              <a:t>(A,B),</a:t>
            </a:r>
            <a:r>
              <a:rPr lang="zh-CN" altLang="en-US"/>
              <a:t>检索第</a:t>
            </a:r>
            <a:r>
              <a:rPr lang="en-US" altLang="zh-CN"/>
              <a:t>3</a:t>
            </a:r>
            <a:r>
              <a:rPr lang="zh-CN" altLang="en-US"/>
              <a:t>个结构域</a:t>
            </a:r>
            <a:r>
              <a:rPr lang="en-US" altLang="zh-CN"/>
              <a:t>C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1→2 </a:t>
            </a:r>
            <a:r>
              <a:rPr lang="zh-CN" altLang="en-US"/>
              <a:t>给定</a:t>
            </a:r>
            <a:r>
              <a:rPr lang="en-US" altLang="zh-CN"/>
              <a:t>A，</a:t>
            </a:r>
            <a:r>
              <a:rPr lang="zh-CN" altLang="en-US"/>
              <a:t>检索结构域对</a:t>
            </a:r>
            <a:r>
              <a:rPr lang="en-US" altLang="zh-CN"/>
              <a:t>(B,C) ？？？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观测共现作为正例</a:t>
            </a:r>
            <a:r>
              <a:rPr lang="en-US" altLang="zh-CN"/>
              <a:t>，</a:t>
            </a:r>
            <a:r>
              <a:rPr lang="zh-CN" altLang="en-US"/>
              <a:t>未观测到的作为候选负例</a:t>
            </a:r>
            <a:r>
              <a:rPr lang="en-US" altLang="zh-CN"/>
              <a:t>。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105" y="1689735"/>
            <a:ext cx="10147935" cy="30105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三条探究</a:t>
            </a:r>
            <a:r>
              <a:rPr lang="zh-CN" altLang="en-US"/>
              <a:t>路线</a:t>
            </a:r>
            <a:endParaRPr lang="zh-CN" altLang="en-US"/>
          </a:p>
        </p:txBody>
      </p:sp>
      <p:sp>
        <p:nvSpPr>
          <p:cNvPr id="5" name="内容占位符 4"/>
          <p:cNvSpPr/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b="1">
                <a:solidFill>
                  <a:srgbClr val="00206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核心问题</a:t>
            </a:r>
            <a:r>
              <a:rPr lang="en-US" altLang="zh-CN" b="1">
                <a:solidFill>
                  <a:srgbClr val="00206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：</a:t>
            </a:r>
            <a:r>
              <a:rPr lang="zh-CN" altLang="en-US" b="1">
                <a:solidFill>
                  <a:srgbClr val="00206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三元组合关系能否由两两关系充分刻画</a:t>
            </a:r>
            <a:r>
              <a:rPr lang="en-US" altLang="zh-CN" b="1">
                <a:solidFill>
                  <a:srgbClr val="00206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，</a:t>
            </a:r>
            <a:r>
              <a:rPr lang="zh-CN" altLang="en-US" b="1">
                <a:solidFill>
                  <a:srgbClr val="00206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还是需要显式建模三者之间的联合依赖</a:t>
            </a:r>
            <a:r>
              <a:rPr lang="en-US" altLang="zh-CN" b="1">
                <a:solidFill>
                  <a:srgbClr val="002060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？</a:t>
            </a:r>
            <a:endParaRPr lang="en-US" altLang="zh-CN" b="1">
              <a:solidFill>
                <a:srgbClr val="00206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endParaRPr lang="zh-CN" altLang="en-US" b="1">
              <a:solidFill>
                <a:srgbClr val="002060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05" y="2094230"/>
            <a:ext cx="8148955" cy="3705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TIRG CV-CIR (image,text,image)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6915" y="1518920"/>
            <a:ext cx="10115550" cy="45726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Symile </a:t>
            </a:r>
            <a:r>
              <a:rPr lang="zh-CN" altLang="en-US"/>
              <a:t>多模态对比学习</a:t>
            </a:r>
            <a:r>
              <a:rPr lang="en-US" altLang="zh-CN"/>
              <a:t> </a:t>
            </a:r>
            <a:r>
              <a:rPr lang="zh-CN" altLang="en-US"/>
              <a:t>多模态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异或实验展示两两关联的局限</a:t>
            </a:r>
            <a:r>
              <a:rPr lang="en-US" altLang="zh-CN"/>
              <a:t>，</a:t>
            </a:r>
            <a:r>
              <a:rPr lang="zh-CN" altLang="en-US"/>
              <a:t>无法表示组合关系</a:t>
            </a:r>
            <a:r>
              <a:rPr lang="en-US" altLang="zh-CN"/>
              <a:t>。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665" y="458470"/>
            <a:ext cx="3576955" cy="1871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0" y="2453640"/>
            <a:ext cx="9191625" cy="329819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8977630" y="5439410"/>
            <a:ext cx="2459990" cy="121285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总结以及后续</a:t>
            </a:r>
            <a:r>
              <a:rPr lang="zh-CN" altLang="en-US"/>
              <a:t>计划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zh-CN" altLang="en-US" sz="2800"/>
              <a:t>方法的选择与数据本身的特性及任务设置密切相关</a:t>
            </a:r>
            <a:r>
              <a:rPr lang="en-US" altLang="zh-CN" sz="2800"/>
              <a:t>。</a:t>
            </a:r>
            <a:endParaRPr lang="en-US" altLang="zh-CN" sz="2800"/>
          </a:p>
          <a:p>
            <a:pPr marL="0" indent="0">
              <a:buNone/>
            </a:pPr>
            <a:r>
              <a:rPr lang="en-US" altLang="zh-CN" sz="2800"/>
              <a:t>PITF</a:t>
            </a:r>
            <a:r>
              <a:rPr lang="zh-CN" altLang="en-US" sz="2800"/>
              <a:t>，</a:t>
            </a:r>
            <a:r>
              <a:rPr lang="en-US" altLang="zh-CN" sz="2800"/>
              <a:t>TIRG</a:t>
            </a:r>
            <a:r>
              <a:rPr lang="zh-CN" altLang="en-US" sz="2800"/>
              <a:t>，</a:t>
            </a:r>
            <a:r>
              <a:rPr lang="en-US" altLang="zh-CN" sz="2800"/>
              <a:t>Symile</a:t>
            </a:r>
            <a:endParaRPr lang="zh-CN" altLang="en-US" sz="2800"/>
          </a:p>
          <a:p>
            <a:pPr marL="0" indent="0">
              <a:buNone/>
            </a:pPr>
            <a:r>
              <a:rPr lang="zh-CN" altLang="en-US" sz="2800"/>
              <a:t>下一步希望获取处理后的双域与三域数据，分析两两共现与三元组合之间的关系</a:t>
            </a:r>
            <a:r>
              <a:rPr lang="en-US" altLang="zh-CN" sz="2800"/>
              <a:t>。</a:t>
            </a:r>
            <a:endParaRPr lang="en-US" altLang="zh-CN" sz="2800"/>
          </a:p>
          <a:p>
            <a:pPr marL="0" indent="0">
              <a:buNone/>
            </a:pPr>
            <a:endParaRPr lang="en-US" altLang="zh-CN" sz="280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WPS 演示</Application>
  <PresentationFormat>宽屏</PresentationFormat>
  <Paragraphs>46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Apple Color Emoji</vt:lpstr>
      <vt:lpstr>PingFang SC Semibold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DARK MATER</cp:lastModifiedBy>
  <cp:revision>200</cp:revision>
  <dcterms:created xsi:type="dcterms:W3CDTF">2026-10-09T07:10:20Z</dcterms:created>
  <dcterms:modified xsi:type="dcterms:W3CDTF">2026-10-09T07:10:20Z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A475D57E78B40F76ED5EC86AA0DAE30B_41</vt:lpwstr>
  </property>
</Properties>
</file>